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/>
              <a:t>Tidewall Climbing Co.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/>
              <a:t>Q1 2026 board update</a:t>
            </a:r>
          </a:p>
          <a:p>
            <a:r>
              <a:rPr sz="2000"/>
              <a:t>April 24, 2026</a:t>
            </a:r>
          </a:p>
          <a:p>
            <a:r>
              <a:rPr sz="2000"/>
              <a:t>Synthetic company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/>
              <a:t>Q1 2026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/>
              <a:t>Revenue (Q1): $47.5M</a:t>
            </a:r>
          </a:p>
          <a:p>
            <a:r>
              <a:rPr sz="2000"/>
              <a:t>Adj. EBITDA (TTM): $32.6M</a:t>
            </a:r>
          </a:p>
          <a:p>
            <a:r>
              <a:rPr sz="2000"/>
              <a:t>Membership revenue (Q1): $31.4M, up 2.8% vs Q4</a:t>
            </a:r>
          </a:p>
          <a:p>
            <a:r>
              <a:rPr sz="2000"/>
              <a:t>Net leverage: 2.95x (covenant max 3.00x)</a:t>
            </a:r>
          </a:p>
          <a:p>
            <a:r>
              <a:rPr sz="2000"/>
              <a:t>Gym revenue (Q1, dues plus day passes): $39.0M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/>
              <a:t>Covenant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/>
              <a:t>We remain within our 3.00x net leverage covenant at 2.95x.</a:t>
            </a:r>
          </a:p>
          <a:p>
            <a:r>
              <a:rPr sz="2000"/>
              <a:t>Membership revenue grew quarter over quarter.</a:t>
            </a:r>
          </a:p>
          <a:p>
            <a:r>
              <a:rPr sz="2000"/>
              <a:t>All six regions were profitable in Q1.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/>
              <a:t>Q1 EBITDA by region ($K)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/>
              <a:t>Bay Area (R1): $1,507K</a:t>
            </a:r>
          </a:p>
          <a:p>
            <a:r>
              <a:rPr sz="2000"/>
              <a:t>Southern California (R2): $1,369K</a:t>
            </a:r>
          </a:p>
          <a:p>
            <a:r>
              <a:rPr sz="2000"/>
              <a:t>Pacific Northwest (R3): $1,251K</a:t>
            </a:r>
          </a:p>
          <a:p>
            <a:r>
              <a:rPr sz="2000"/>
              <a:t>Rockies (R4): $1,128K</a:t>
            </a:r>
          </a:p>
          <a:p>
            <a:r>
              <a:rPr sz="2000"/>
              <a:t>Central Valley (R5): $1,023K</a:t>
            </a:r>
          </a:p>
          <a:p>
            <a:r>
              <a:rPr sz="2000"/>
              <a:t>Desert Southwest (R6): $670K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Tidewall finance (slide 2: CFO office; slides 3-4: Reporting Analyst agent)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